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2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MEESHO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D9C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MAU +11% QoQ   ·   New Users +18% QoQ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0" y="160020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9F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−15%</a:t>
            </a:r>
            <a:endParaRPr lang="en-US" sz="1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Tier-2 repeat orders. The number nobody was watching.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C4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Two growth metrics were being celebrated. This is what they were hiding.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903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SWIPE TO SEE WHY  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001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9C4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MEESHO CASE STUDY  |  AADESH DHIKALE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6C2B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MEESHO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6C2B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inputs went up. The outcome went down.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2E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103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2B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+22%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 abandonment rate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2E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2103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2B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−9%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2E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9776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2B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709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complaints (select pin codes)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37947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2E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37560" y="39776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2B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4709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orders use loyalty points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989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Nine separate lines. One system quietly failing.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8092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MEESHO CASE STUDY  |  AADESH DHIKALE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C2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MEESHO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clearest clue: delivery failures hitting brand-new buyers.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5852160" cy="594360"/>
          </a:xfrm>
          <a:prstGeom prst="roundRect">
            <a:avLst>
              <a:gd name="adj" fmla="val 18462"/>
            </a:avLst>
          </a:prstGeom>
          <a:solidFill>
            <a:srgbClr val="FF9F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331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31% COMPLAINTS   ×   18% NEW BUYERS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HYPOTHESIS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6C2B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churn is happening between order 1 and order 2 — not gradually across returning customers.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40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C4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 a trust-dependent platform, a bad first delivery kills the second order before it happens.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001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9C4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MEESHO CASE STUDY  |  AADESH DHIKALE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6C2B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MEESHO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C2B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theories. Four different fixes.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2ECFC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6596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FF9F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failures are destroying first-order trust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907792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2ECFC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090672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FF9F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0779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metric is diluted by the acquisition surge itself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32504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2E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4215384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FF9F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" y="4215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032504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Checkout/payment friction is suppressing conversion broadly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157216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2E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5340096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FF9F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" y="53400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157216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active force is pulling anyone toward a second order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8092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MEESHO CASE STUDY  |  AADESH DHIKALE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C2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MEESHO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373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Don't fund the fix before you diagnose the disease.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4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recommendation: a one-to-two-week diagnostic — repeat-order rate by pin code, cohort retention curves, and a stage-by-stage abandonment funnel — before funding any campaign or loyalty redesign.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492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F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Would you have looked at delivery ops first, or checkout friction?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01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9C4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MEESHO CASE STUDY  |  AADESH DHIKALE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2026-09-06T14:21:19Z</dcterms:created>
  <dcterms:modified xsi:type="dcterms:W3CDTF">2026-09-06T14:21:19Z</dcterms:modified>
</cp:coreProperties>
</file>